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queta_home_erika_v1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queta_curso_detalle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queta_checkout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3496161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0"/>
            <a:ext cx="112471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A1F1A"/>
                </a:solidFill>
              </a:defRPr>
            </a:pPr>
            <a:r>
              <a:t>Plataforma Educativa – Propuesta visual (V1)</a:t>
            </a:r>
          </a:p>
          <a:p>
            <a:pPr>
              <a:defRPr sz="2000">
                <a:solidFill>
                  <a:srgbClr val="6B5C52"/>
                </a:solidFill>
              </a:defRPr>
            </a:pPr>
            <a:r>
              <a:t>Landing (V1) · Detalle de Curso · Checkout · Estilo de marca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474720"/>
            <a:ext cx="1097280" cy="457200"/>
          </a:xfrm>
          <a:prstGeom prst="rect">
            <a:avLst/>
          </a:prstGeom>
          <a:solidFill>
            <a:srgbClr val="7B4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3474720"/>
            <a:ext cx="1097280" cy="457200"/>
          </a:xfrm>
          <a:prstGeom prst="rect">
            <a:avLst/>
          </a:prstGeom>
          <a:solidFill>
            <a:srgbClr val="D9B58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34640" y="3474720"/>
            <a:ext cx="1097280" cy="457200"/>
          </a:xfrm>
          <a:prstGeom prst="rect">
            <a:avLst/>
          </a:prstGeom>
          <a:solidFill>
            <a:srgbClr val="F3E6D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23360" y="3474720"/>
            <a:ext cx="1097280" cy="457200"/>
          </a:xfrm>
          <a:prstGeom prst="rect">
            <a:avLst/>
          </a:prstGeom>
          <a:solidFill>
            <a:srgbClr val="FFF9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2622121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A1F1A"/>
                </a:solidFill>
              </a:defRPr>
            </a:pPr>
            <a:r>
              <a:t>Landing / Página principal (V1)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5852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5C52"/>
                </a:solidFill>
              </a:defRPr>
            </a:pPr>
            <a:r>
              <a:t>• Hero con cielo sereno y claim de valor</a:t>
            </a:r>
          </a:p>
          <a:p>
            <a:pPr>
              <a:defRPr sz="1800">
                <a:solidFill>
                  <a:srgbClr val="6B5C52"/>
                </a:solidFill>
              </a:defRPr>
            </a:pPr>
            <a:r>
              <a:t>• Bloques: 100% online, Comunicación efectiva, Certificado</a:t>
            </a:r>
          </a:p>
          <a:p>
            <a:pPr>
              <a:defRPr sz="1800">
                <a:solidFill>
                  <a:srgbClr val="6B5C52"/>
                </a:solidFill>
              </a:defRPr>
            </a:pPr>
            <a:r>
              <a:t>• Curso destacado con CTAs Ver más / Acceder</a:t>
            </a:r>
          </a:p>
          <a:p>
            <a:pPr>
              <a:defRPr sz="1800">
                <a:solidFill>
                  <a:srgbClr val="6B5C52"/>
                </a:solidFill>
              </a:defRPr>
            </a:pPr>
            <a:r>
              <a:t>• Secciones Conóceme, Explora cursos, Contacto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2011680"/>
            <a:ext cx="5120640" cy="3200400"/>
          </a:xfrm>
          <a:prstGeom prst="rect">
            <a:avLst/>
          </a:prstGeom>
          <a:solidFill>
            <a:srgbClr val="F3E6D8"/>
          </a:solidFill>
          <a:ln>
            <a:solidFill>
              <a:srgbClr val="7B4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28346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1F1A"/>
                </a:solidFill>
              </a:defRPr>
            </a:pPr>
            <a:r>
              <a:rPr>
                <a:hlinkClick r:id="rId3"/>
              </a:rPr>
              <a:t>Abrir Home V1 (HTML local)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2622121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A1F1A"/>
                </a:solidFill>
              </a:defRPr>
            </a:pPr>
            <a:r>
              <a:t>Detalle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5852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5C52"/>
                </a:solidFill>
              </a:defRPr>
            </a:pPr>
            <a:r>
              <a:t>• Imagen real (cielo) + chips informativos</a:t>
            </a:r>
          </a:p>
          <a:p>
            <a:pPr>
              <a:defRPr sz="1800">
                <a:solidFill>
                  <a:srgbClr val="6B5C52"/>
                </a:solidFill>
              </a:defRPr>
            </a:pPr>
            <a:r>
              <a:t>• Temario expandible por módulos</a:t>
            </a:r>
          </a:p>
          <a:p>
            <a:pPr>
              <a:defRPr sz="1800">
                <a:solidFill>
                  <a:srgbClr val="6B5C52"/>
                </a:solidFill>
              </a:defRPr>
            </a:pPr>
            <a:r>
              <a:t>• Perfil de la instructora y testimonios</a:t>
            </a:r>
          </a:p>
          <a:p>
            <a:pPr>
              <a:defRPr sz="1800">
                <a:solidFill>
                  <a:srgbClr val="6B5C52"/>
                </a:solidFill>
              </a:defRPr>
            </a:pPr>
            <a:r>
              <a:t>• CTA: Comprar ahora / Añadir al carrito (demo)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2011680"/>
            <a:ext cx="5120640" cy="3200400"/>
          </a:xfrm>
          <a:prstGeom prst="rect">
            <a:avLst/>
          </a:prstGeom>
          <a:solidFill>
            <a:srgbClr val="F3E6D8"/>
          </a:solidFill>
          <a:ln>
            <a:solidFill>
              <a:srgbClr val="7B4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28346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1F1A"/>
                </a:solidFill>
              </a:defRPr>
            </a:pPr>
            <a:r>
              <a:rPr>
                <a:hlinkClick r:id="rId3"/>
              </a:rPr>
              <a:t>Abrir Detalle del Curso (HTML local)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2622121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A1F1A"/>
                </a:solidFill>
              </a:defRPr>
            </a:pPr>
            <a:r>
              <a:t>Carrito / 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5852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5C52"/>
                </a:solidFill>
              </a:defRPr>
            </a:pPr>
            <a:r>
              <a:t>• Flujo 4 pasos: Carrito → Datos → Pago → Confirmación</a:t>
            </a:r>
          </a:p>
          <a:p>
            <a:pPr>
              <a:defRPr sz="1800">
                <a:solidFill>
                  <a:srgbClr val="6B5C52"/>
                </a:solidFill>
              </a:defRPr>
            </a:pPr>
            <a:r>
              <a:t>• Resumen, cupón (demo) y métodos (Webpay en producción)</a:t>
            </a:r>
          </a:p>
          <a:p>
            <a:pPr>
              <a:defRPr sz="1800">
                <a:solidFill>
                  <a:srgbClr val="6B5C52"/>
                </a:solidFill>
              </a:defRPr>
            </a:pPr>
            <a:r>
              <a:t>• Mensajes claros y demo sin cobro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2011680"/>
            <a:ext cx="5120640" cy="3200400"/>
          </a:xfrm>
          <a:prstGeom prst="rect">
            <a:avLst/>
          </a:prstGeom>
          <a:solidFill>
            <a:srgbClr val="F3E6D8"/>
          </a:solidFill>
          <a:ln>
            <a:solidFill>
              <a:srgbClr val="7B4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28346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1F1A"/>
                </a:solidFill>
              </a:defRPr>
            </a:pPr>
            <a:r>
              <a:rPr>
                <a:hlinkClick r:id="rId3"/>
              </a:rPr>
              <a:t>Abrir Checkout (HTML local)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